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 Project</a:t>
            </a:r>
          </a:p>
          <a:p>
            <a:r>
              <a:t>Weekly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read-only Jira, Bitbucket, and Confluence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5 Jira issues retrieved</a:t>
            </a:r>
          </a:p>
          <a:p>
            <a:pPr>
              <a:defRPr sz="2200"/>
            </a:pPr>
            <a:r>
              <a:t>1 blocked issues</a:t>
            </a:r>
          </a:p>
          <a:p>
            <a:pPr>
              <a:defRPr sz="2200"/>
            </a:pPr>
            <a:r>
              <a:t>3 open pull requests</a:t>
            </a:r>
          </a:p>
          <a:p>
            <a:pPr>
              <a:defRPr sz="2200"/>
            </a:pPr>
            <a:r>
              <a:t>1 pull requests with failing CI</a:t>
            </a:r>
          </a:p>
          <a:p>
            <a:pPr>
              <a:defRPr sz="2200"/>
            </a:pPr>
            <a:r>
              <a:t>0 prompt-injection heuristic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Blocked: 1</a:t>
            </a:r>
          </a:p>
          <a:p>
            <a:pPr>
              <a:defRPr sz="2200"/>
            </a:pPr>
            <a:r>
              <a:t>Done: 1</a:t>
            </a:r>
          </a:p>
          <a:p>
            <a:pPr>
              <a:defRPr sz="2200"/>
            </a:pPr>
            <a:r>
              <a:t>In Progress: 1</a:t>
            </a:r>
          </a:p>
          <a:p>
            <a:pPr>
              <a:defRPr sz="2200"/>
            </a:pPr>
            <a:r>
              <a:t>In Review: 1</a:t>
            </a:r>
          </a:p>
          <a:p>
            <a:pPr>
              <a:defRPr sz="2200"/>
            </a:pPr>
            <a:r>
              <a:t>To Do: 1</a:t>
            </a:r>
          </a:p>
          <a:p>
            <a:pPr>
              <a:defRPr sz="2200"/>
            </a:pPr>
            <a:r>
              <a:t>BLOCKED — RISE-142: Resolve release-blocking authentication regression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Bitbucket pull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PR 293: Fix authentication refresh race — CI failures 1</a:t>
            </a:r>
          </a:p>
          <a:p>
            <a:pPr>
              <a:defRPr sz="2200"/>
            </a:pPr>
            <a:r>
              <a:t>PR 296: Add backend coverage tests — CI failures 0</a:t>
            </a:r>
          </a:p>
          <a:p>
            <a:pPr>
              <a:defRPr sz="2200"/>
            </a:pPr>
            <a:r>
              <a:t>PR 298: Update release runbook — CI failures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Canonical Confluence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RISE Release Status — version 14</a:t>
            </a:r>
          </a:p>
          <a:p>
            <a:pPr>
              <a:defRPr sz="2200"/>
            </a:pPr>
            <a:r>
              <a:t>The release remains conditionally on track. Authentication is the only active release blocker. Backend coverage work is progressing, and the deployment runbook must be published before the release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/>
            </a:pPr>
            <a:r>
              <a:t>https://jira.example.test/issues/?jql=example</a:t>
            </a:r>
          </a:p>
          <a:p>
            <a:pPr>
              <a:defRPr sz="2200"/>
            </a:pPr>
            <a:r>
              <a:t>https://bitbucket.example.test/projects/RISE/repos/app/pull-requests</a:t>
            </a:r>
          </a:p>
          <a:p>
            <a:pPr>
              <a:defRPr sz="2200"/>
            </a:pPr>
            <a:r>
              <a:t>https://confluence.example.test/display/RISE/Release+Status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