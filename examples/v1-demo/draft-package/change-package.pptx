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Testing Target Change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Master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Frontend coverage target: 80% → 85%</a:t>
            </a:r>
          </a:p>
          <a:p>
            <a:pPr>
              <a:defRPr sz="2000"/>
            </a:pPr>
            <a:r>
              <a:t>Jira and Confluence proposals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boundary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Nothing published</a:t>
            </a:r>
          </a:p>
          <a:p>
            <a:pPr>
              <a:defRPr sz="2000"/>
            </a:pPr>
            <a:r>
              <a:t>No messages sent</a:t>
            </a:r>
          </a:p>
          <a:p>
            <a:pPr>
              <a:defRPr sz="2000"/>
            </a:pPr>
            <a:r>
              <a:t>Source change remains a patch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